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65392"/>
            <a:ext cx="11183112" cy="0"/>
          </a:xfrm>
          <a:prstGeom prst="line">
            <a:avLst/>
          </a:prstGeom>
          <a:noFill/>
          <a:ln w="8890">
            <a:solidFill>
              <a:srgbClr val="D5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Analyzer Architecture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738"/>
          </a:solidFill>
          <a:ln w="12700">
            <a:solidFill>
              <a:srgbClr val="071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Analyzer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68096" y="242316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</a:rPr>
              <a:t>Executive flowchart for automated performance testing, metric correlation, AI-based RCA, and report generation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840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3A70"/>
          </a:solidFill>
          <a:ln w="13970">
            <a:solidFill>
              <a:srgbClr val="36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load test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4160520"/>
            <a:ext cx="521208" cy="0"/>
          </a:xfrm>
          <a:prstGeom prst="line">
            <a:avLst/>
          </a:prstGeom>
          <a:noFill/>
          <a:ln w="17780">
            <a:solidFill>
              <a:srgbClr val="7DBFF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3840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3A70"/>
          </a:solidFill>
          <a:ln w="13970">
            <a:solidFill>
              <a:srgbClr val="36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521208" cy="0"/>
          </a:xfrm>
          <a:prstGeom prst="line">
            <a:avLst/>
          </a:prstGeom>
          <a:noFill/>
          <a:ln w="17780">
            <a:solidFill>
              <a:srgbClr val="7DBFF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3840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3A70"/>
          </a:solidFill>
          <a:ln w="13970">
            <a:solidFill>
              <a:srgbClr val="365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events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4160520"/>
            <a:ext cx="521208" cy="0"/>
          </a:xfrm>
          <a:prstGeom prst="line">
            <a:avLst/>
          </a:prstGeom>
          <a:noFill/>
          <a:ln w="17780">
            <a:solidFill>
              <a:srgbClr val="7DBFF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3840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3A70"/>
          </a:solidFill>
          <a:ln w="13970">
            <a:solidFill>
              <a:srgbClr val="36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causes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4160520"/>
            <a:ext cx="521208" cy="0"/>
          </a:xfrm>
          <a:prstGeom prst="line">
            <a:avLst/>
          </a:prstGeom>
          <a:noFill/>
          <a:ln w="17780">
            <a:solidFill>
              <a:srgbClr val="7DBFF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46920" y="3840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0A3E0"/>
          </a:solidFill>
          <a:ln w="13970">
            <a:solidFill>
              <a:srgbClr val="00A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RCA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5623560"/>
            <a:ext cx="8732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FF"/>
                </a:solidFill>
              </a:rPr>
              <a:t>Designed for leaders: a single trace from JMeter execution to business-readable RCA output.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0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NTT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Architecture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From test execution to structured AI root-cause analysis and final reports.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18388" y="2130552"/>
            <a:ext cx="566928" cy="5669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388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5EB8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JMeter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19656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73452" y="2130552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3452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93976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A3E0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39696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InfluxDB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Store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28516" y="2130552"/>
            <a:ext cx="566928" cy="5669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8516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6C5CE7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9784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83580" y="2130552"/>
            <a:ext cx="566928" cy="566928"/>
          </a:xfrm>
          <a:prstGeom prst="ellipse">
            <a:avLst/>
          </a:prstGeom>
          <a:solidFill>
            <a:srgbClr val="26A65B"/>
          </a:solidFill>
          <a:ln w="12700">
            <a:solidFill>
              <a:srgbClr val="26A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3580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04104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26A65B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9824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4848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38644" y="2130552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8644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04888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Merge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39912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3708" y="2130552"/>
            <a:ext cx="566928" cy="5669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3708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14232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59952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RCA JSON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94976" y="3200400"/>
            <a:ext cx="201168" cy="0"/>
          </a:xfrm>
          <a:prstGeom prst="line">
            <a:avLst/>
          </a:prstGeom>
          <a:noFill/>
          <a:ln w="1524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748772" y="2130552"/>
            <a:ext cx="566928" cy="56692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8772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369296" y="2816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B1F4D"/>
            </a:solidFill>
            <a:prstDash val="solid"/>
          </a:ln>
          <a:effectLst>
            <a:outerShdw sx="100000" sy="100000" kx="0" ky="0" algn="bl" rotWithShape="0" blurRad="12700" dist="50800" dir="2700000">
              <a:srgbClr val="C7D0DE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415016" y="28620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65960" y="1298448"/>
            <a:ext cx="1325880" cy="393192"/>
          </a:xfrm>
          <a:prstGeom prst="roundRect">
            <a:avLst>
              <a:gd name="adj" fmla="val 13953"/>
            </a:avLst>
          </a:prstGeom>
          <a:solidFill>
            <a:srgbClr val="E9F5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1344168"/>
            <a:ext cx="12344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/ Memory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3538728" y="1298448"/>
            <a:ext cx="1325880" cy="393192"/>
          </a:xfrm>
          <a:prstGeom prst="roundRect">
            <a:avLst>
              <a:gd name="adj" fmla="val 13953"/>
            </a:avLst>
          </a:prstGeom>
          <a:solidFill>
            <a:srgbClr val="E9F5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1344168"/>
            <a:ext cx="12344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111496" y="1298448"/>
            <a:ext cx="1325880" cy="393192"/>
          </a:xfrm>
          <a:prstGeom prst="roundRect">
            <a:avLst>
              <a:gd name="adj" fmla="val 13953"/>
            </a:avLst>
          </a:prstGeom>
          <a:solidFill>
            <a:srgbClr val="E9F5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57216" y="1344168"/>
            <a:ext cx="12344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684264" y="1298448"/>
            <a:ext cx="1325880" cy="393192"/>
          </a:xfrm>
          <a:prstGeom prst="roundRect">
            <a:avLst>
              <a:gd name="adj" fmla="val 13953"/>
            </a:avLst>
          </a:prstGeom>
          <a:solidFill>
            <a:srgbClr val="E9F5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1344168"/>
            <a:ext cx="12344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DB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257032" y="1298448"/>
            <a:ext cx="1325880" cy="393192"/>
          </a:xfrm>
          <a:prstGeom prst="roundRect">
            <a:avLst>
              <a:gd name="adj" fmla="val 13953"/>
            </a:avLst>
          </a:prstGeom>
          <a:solidFill>
            <a:srgbClr val="E9F5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1344168"/>
            <a:ext cx="12344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JMeter Results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166360" y="41605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4206240"/>
            <a:ext cx="1170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↔ JMeter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583680" y="41605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4206240"/>
            <a:ext cx="1170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↔ Tomcat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001000" y="41605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4206240"/>
            <a:ext cx="1170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 ↔ Oracle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9555480" y="41605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4206240"/>
            <a:ext cx="1170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↔ Apache</a:t>
            </a:r>
            <a:endParaRPr lang="en-US" sz="870" dirty="0"/>
          </a:p>
        </p:txBody>
      </p:sp>
      <p:sp>
        <p:nvSpPr>
          <p:cNvPr id="56" name="Text 54"/>
          <p:cNvSpPr/>
          <p:nvPr/>
        </p:nvSpPr>
        <p:spPr>
          <a:xfrm>
            <a:off x="5303520" y="460857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patterns explain cascading performance impact across layers.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188720" y="5349240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EEF6FF"/>
          </a:solidFill>
          <a:ln w="13970">
            <a:solidFill>
              <a:srgbClr val="BFD7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5394960"/>
            <a:ext cx="9784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takeaway: the platform transforms raw infrastructure and test metrics into an evidence-backed RCA report.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Flow: Metrics, Timeline, and Domain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What happens from test start through analyzer findings.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53328" y="1389888"/>
            <a:ext cx="0" cy="27432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53328" y="2121408"/>
            <a:ext cx="0" cy="27432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53328" y="3584448"/>
            <a:ext cx="0" cy="256032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53328" y="4315968"/>
            <a:ext cx="0" cy="27432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53328" y="5047488"/>
            <a:ext cx="0" cy="301752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987552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970">
            <a:solidFill>
              <a:srgbClr val="005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33272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Starts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64608" y="166420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9F5FF"/>
          </a:solidFill>
          <a:ln w="13970">
            <a:solidFill>
              <a:srgbClr val="00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JMeter Load Execution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395728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E7F8FF"/>
          </a:solidFill>
          <a:ln w="13970">
            <a:solidFill>
              <a:srgbClr val="00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441448"/>
            <a:ext cx="2880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Collection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(InfluxDB)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3328" y="3035808"/>
            <a:ext cx="-4315968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035808"/>
            <a:ext cx="0" cy="265176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331012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C9D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/ Memory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053328" y="3035808"/>
            <a:ext cx="-2212848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035808"/>
            <a:ext cx="0" cy="265176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71800" y="331012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C9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355848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Server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053328" y="3035808"/>
            <a:ext cx="-109728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035808"/>
            <a:ext cx="0" cy="265176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74920" y="331012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C9D6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355848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 Server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053328" y="3035808"/>
            <a:ext cx="1993392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035808"/>
            <a:ext cx="0" cy="265176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78040" y="331012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C9D6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355848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DB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053328" y="3035808"/>
            <a:ext cx="4096512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9840" y="3035808"/>
            <a:ext cx="0" cy="265176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81160" y="331012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C9D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3355848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JMeter Results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(TPS, RT, Errors)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053328" y="3858768"/>
            <a:ext cx="0" cy="155448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672584" y="4041648"/>
            <a:ext cx="27614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C5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087368"/>
            <a:ext cx="26700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Collection Object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91456" y="459028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1F0FF"/>
          </a:solidFill>
          <a:ln w="13970">
            <a:solidFill>
              <a:srgbClr val="6C5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4636008"/>
            <a:ext cx="2423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Builder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53328" y="5257800"/>
            <a:ext cx="-3035808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5257800"/>
            <a:ext cx="0" cy="246888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874520" y="55046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3970">
            <a:solidFill>
              <a:srgbClr val="26A6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5550408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Analyzer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17520" y="5907024"/>
            <a:ext cx="0" cy="155448"/>
          </a:xfrm>
          <a:prstGeom prst="line">
            <a:avLst/>
          </a:prstGeom>
          <a:noFill/>
          <a:ln w="12700">
            <a:solidFill>
              <a:srgbClr val="26A65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874520" y="607161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A6F4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6117336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Findings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053328" y="5257800"/>
            <a:ext cx="-155448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5257800"/>
            <a:ext cx="0" cy="246888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54880" y="55046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3970">
            <a:solidFill>
              <a:srgbClr val="26A6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5550408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 Analyzer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97880" y="5907024"/>
            <a:ext cx="0" cy="155448"/>
          </a:xfrm>
          <a:prstGeom prst="line">
            <a:avLst/>
          </a:prstGeom>
          <a:noFill/>
          <a:ln w="12700">
            <a:solidFill>
              <a:srgbClr val="26A65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754880" y="607161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A6F4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6117336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 Findings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6053328" y="5257800"/>
            <a:ext cx="2724912" cy="0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0" y="5257800"/>
            <a:ext cx="0" cy="246888"/>
          </a:xfrm>
          <a:prstGeom prst="line">
            <a:avLst/>
          </a:prstGeom>
          <a:noFill/>
          <a:ln w="12700">
            <a:solidFill>
              <a:srgbClr val="B9C5D6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635240" y="55046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3970">
            <a:solidFill>
              <a:srgbClr val="26A6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0" y="5550408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Analyzer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778240" y="5907024"/>
            <a:ext cx="0" cy="155448"/>
          </a:xfrm>
          <a:prstGeom prst="line">
            <a:avLst/>
          </a:prstGeom>
          <a:noFill/>
          <a:ln w="12700">
            <a:solidFill>
              <a:srgbClr val="26A65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635240" y="607161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A6F4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80960" y="6117336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Findings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Flow: Correlation, AI RCA, and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How findings are merged, correlated, sent to the LLM, and converted into final reports.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03120" y="1828800"/>
            <a:ext cx="960120" cy="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480560" y="1828800"/>
            <a:ext cx="914400" cy="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12280" y="1828800"/>
            <a:ext cx="941832" cy="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89720" y="1828800"/>
            <a:ext cx="923544" cy="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2331720"/>
            <a:ext cx="0" cy="32004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794760"/>
            <a:ext cx="0" cy="36576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4663440"/>
            <a:ext cx="0" cy="32004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1481328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13970">
            <a:solidFill>
              <a:srgbClr val="26A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27048"/>
            <a:ext cx="14173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6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6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1481328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527048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Event Merger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481328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527048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Timeline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Events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54112" y="1481328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527048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113264" y="1481328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58984" y="1527048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11680" y="2633472"/>
            <a:ext cx="8138160" cy="24688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6746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Cross-layer correlation rules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43000" y="306324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↔ Tomcat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06324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Tomcat ↔ Oracle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06324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↔ Apache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0" y="306324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↔ JMeter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1605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05E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Builder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47183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+ Findings + Correlations + JMeter Statistics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98348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5029200"/>
            <a:ext cx="2468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LLM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5440680"/>
            <a:ext cx="0" cy="274320"/>
          </a:xfrm>
          <a:prstGeom prst="line">
            <a:avLst/>
          </a:prstGeom>
          <a:noFill/>
          <a:ln w="13970">
            <a:solidFill>
              <a:srgbClr val="E74C3C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43400" y="571500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5760720"/>
            <a:ext cx="3383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Root Cause Analysis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(Structured JSON)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55280" y="5971032"/>
            <a:ext cx="685800" cy="0"/>
          </a:xfrm>
          <a:prstGeom prst="line">
            <a:avLst/>
          </a:prstGeom>
          <a:noFill/>
          <a:ln w="1397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641080" y="57150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B1F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5760720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533888" y="5971032"/>
            <a:ext cx="384048" cy="0"/>
          </a:xfrm>
          <a:prstGeom prst="line">
            <a:avLst/>
          </a:prstGeom>
          <a:noFill/>
          <a:ln w="12700">
            <a:solidFill>
              <a:srgbClr val="7A8B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17936" y="5669280"/>
            <a:ext cx="374904" cy="0"/>
          </a:xfrm>
          <a:prstGeom prst="line">
            <a:avLst/>
          </a:prstGeom>
          <a:noFill/>
          <a:ln w="1270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917936" y="6281928"/>
            <a:ext cx="374904" cy="0"/>
          </a:xfrm>
          <a:prstGeom prst="line">
            <a:avLst/>
          </a:prstGeom>
          <a:noFill/>
          <a:ln w="12700">
            <a:solidFill>
              <a:srgbClr val="7A8BA3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1292840" y="539496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E9F5FF"/>
          </a:solidFill>
          <a:ln w="13970">
            <a:solidFill>
              <a:srgbClr val="00A3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338560" y="5440680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11292840" y="6016752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E9F5FF"/>
          </a:solidFill>
          <a:ln w="13970">
            <a:solidFill>
              <a:srgbClr val="00A3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338560" y="6062472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9189720" y="49834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EF6FF"/>
          </a:solidFill>
          <a:ln w="13970">
            <a:solidFill>
              <a:srgbClr val="BFD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RCA Reports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Analyzer Architecture Flowchart</dc:title>
  <dc:subject>Performance Analyzer Architecture</dc:subject>
  <dc:creator>OpenAI</dc:creator>
  <cp:lastModifiedBy>OpenAI</cp:lastModifiedBy>
  <cp:revision>1</cp:revision>
  <dcterms:created xsi:type="dcterms:W3CDTF">2026-08-05T09:30:46Z</dcterms:created>
  <dcterms:modified xsi:type="dcterms:W3CDTF">2026-08-05T09:30:46Z</dcterms:modified>
</cp:coreProperties>
</file>